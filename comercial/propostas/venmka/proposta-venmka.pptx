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pic>
        <p:nvPicPr>
          <p:cNvPr id="3" name="Image 0" descr="C:\Claude Code Moinho Digital\ccos-ratos\marca\md-1-br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237744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554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8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Digital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21031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Venmka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548640" y="49377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8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ATUAMOS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que traciona negócios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Existimos para potencializar sua marca no digital para que você tenha resultados reais no seu negócio. Com 9 anos de atuação, somos um time multidisciplinar com foco em performance e conteúdo — redatores, estrategistas, analistas, designers e especialistas em tráfego.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A3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70+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marcas atendidas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31920" y="3291840"/>
            <a:ext cx="0" cy="13716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329184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A3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R$3M+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297680" y="438912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anúncios gerenciados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3291840"/>
            <a:ext cx="0" cy="13716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329184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A3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150+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046720" y="438912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perfis gerenciados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ganha ao contratar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Moinho Digital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530352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5A36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9202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3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 personalizada e baseada em dados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de fórmulas prontas. Cada negócio tem um contexto diferente — e a estratégia é criada a partir do que você precisa de verdade.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1783080"/>
            <a:ext cx="530352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5A36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9202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3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multidisciplinar dedicado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0" y="2468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Redatores, estrategistas, analistas, designers e especialistas em tráfego trabalhando juntos pelo mesmo objetivo.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530352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5A36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0233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3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Conteúdos e anúncios focados em resultado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5720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Desenvolvemos conteúdos envolventes e campanhas alinhadas à necessidade real da sua empresa — não só métricas de vaidade.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3886200"/>
            <a:ext cx="530352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5A36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40233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3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simples e parceria próxima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45720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processo objetivo junto ao seu time para que a tomada de decisão sobre o digital seja sempre clara e sem complicações.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548640" y="7772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da proposta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a presença digital da Venmka desde o início, posicionando a marca nos canais certos e criando conteúdos que atraiam potenciais clientes.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772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vamos resolver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0972800" cy="1188720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25400">
            <a:solidFill>
              <a:srgbClr val="D23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8308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 recém-lançada sem presença digital estabelecida — nenhum canal ativo, sem audiência e sem conteúdo que apresente a marca ao mercado.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10972800" cy="1188720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25400">
            <a:solidFill>
              <a:srgbClr val="D23E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20040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Necessidade de ganhar mercado rapidamente, com o lançamento acontecendo agora, em junho de 2025.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4480560"/>
            <a:ext cx="10972800" cy="1188720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25400">
            <a:solidFill>
              <a:srgbClr val="D23E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61772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conteúdo estratégico para posicionar a marca e atrair potenciais clientes no digital.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perde ao não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solucionar essas dores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0972800" cy="1005840"/>
          </a:xfrm>
          <a:prstGeom prst="rect">
            <a:avLst>
              <a:gd name="adj" fmla="val 5455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086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847088"/>
            <a:ext cx="104241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Perde espaço para concorrentes que já estão ativos no digital enquanto a Venmka ainda está sendo apresentada ao mercado.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10972800" cy="1005840"/>
          </a:xfrm>
          <a:prstGeom prst="rect">
            <a:avLst>
              <a:gd name="adj" fmla="val 5455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086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081528"/>
            <a:ext cx="104241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Perde oportunidades de venda por não ter conteúdo que gere confiança nos primeiros meses — um período crítico para qualquer negócio novo.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4206240"/>
            <a:ext cx="10972800" cy="1005840"/>
          </a:xfrm>
          <a:prstGeom prst="rect">
            <a:avLst>
              <a:gd name="adj" fmla="val 5455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086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315968"/>
            <a:ext cx="104241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Perde potenciais clientes que pesquisam a marca online e não encontram nada que os convença.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5440680"/>
            <a:ext cx="10972800" cy="1005840"/>
          </a:xfrm>
          <a:prstGeom prst="rect">
            <a:avLst>
              <a:gd name="adj" fmla="val 5455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086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5550408"/>
            <a:ext cx="104241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Perde tempo e dinheiro tentando construir presença digital sem uma estratégia clara.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772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Pilares do projeto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097280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96596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23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554480" y="1920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sociais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24688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Foco: Construir presença digital, posicionar a marca e atrair potenciais clientes desde o lançamento.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1097280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97764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23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554480" y="3931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e acompanhamento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44805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Foco: Monitorar resultados, identificar o que funciona e ajustar a estratégia continuamente.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155680" cy="365760"/>
          </a:xfrm>
          <a:prstGeom prst="rect">
            <a:avLst/>
          </a:prstGeom>
          <a:solidFill>
            <a:srgbClr val="5A36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Redes sociais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 estratégico de conteúdo com funil de marketing. Criação de textos e layouts. Publicação, SAC e gerenciamento da conta — 8 conteúdos por mês.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303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3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MOINHO DIGITAL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5303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Planejamento estratégico das redes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5303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Produção de textos com técnicas de copy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5303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Criação de layouts na identidade da marca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794760"/>
            <a:ext cx="5303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Agendamento e publicação dos conteúdos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297680"/>
            <a:ext cx="5303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SAC e gerenciamento das redes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0" y="1920240"/>
            <a:ext cx="5303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3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VENMKA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0" y="2286000"/>
            <a:ext cx="5303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Aprovação dos conteúdos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0" y="2788920"/>
            <a:ext cx="5303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Envio de fotos e vídeos do time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0" y="3291840"/>
            <a:ext cx="5303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Disponibilidade para compartilhar visão estratégica do negócio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155680" cy="365760"/>
          </a:xfrm>
          <a:prstGeom prst="rect">
            <a:avLst/>
          </a:prstGeom>
          <a:solidFill>
            <a:srgbClr val="5A36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Relatórios e acompanhamento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periódica dos resultados das ações digitais com relatório mensal completo. Apresentamos o que funcionou, o que ajustamos e as próximas direções estratégicas.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303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3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MOINHO DIGITAL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5303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Monitoramento contínuo dos indicadores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5303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Relatório mensal de performance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5303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Reunião de alinhamento e próximos passos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794760"/>
            <a:ext cx="5303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Ajustes estratégicos com base nos dados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0" y="1920240"/>
            <a:ext cx="5303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3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VENMKA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5303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Participação nas reuniões mensais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0" y="2788920"/>
            <a:ext cx="5303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Feedback sobre qualidade dos contatos gerados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772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 modelo de atendimento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um processo contínuo de execução e melhoria. A estratégia evolui junto com o negócio e sempre alinhada aos seus objetivos.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2286000" cy="640080"/>
          </a:xfrm>
          <a:prstGeom prst="rect">
            <a:avLst>
              <a:gd name="adj" fmla="val 14286"/>
            </a:avLst>
          </a:prstGeom>
          <a:solidFill>
            <a:srgbClr val="5A368C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63347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834640" y="2624328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3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91840" y="2606040"/>
            <a:ext cx="2286000" cy="640080"/>
          </a:xfrm>
          <a:prstGeom prst="rect">
            <a:avLst>
              <a:gd name="adj" fmla="val 14286"/>
            </a:avLst>
          </a:prstGeom>
          <a:solidFill>
            <a:srgbClr val="5A368C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263347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77840" y="2624328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3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35040" y="2606040"/>
            <a:ext cx="2286000" cy="640080"/>
          </a:xfrm>
          <a:prstGeom prst="rect">
            <a:avLst>
              <a:gd name="adj" fmla="val 14286"/>
            </a:avLst>
          </a:prstGeom>
          <a:solidFill>
            <a:srgbClr val="5A368C"/>
          </a:solidFill>
          <a:ln/>
        </p:spPr>
      </p:sp>
      <p:sp>
        <p:nvSpPr>
          <p:cNvPr id="11" name="Text 9"/>
          <p:cNvSpPr/>
          <p:nvPr/>
        </p:nvSpPr>
        <p:spPr>
          <a:xfrm>
            <a:off x="6080760" y="263347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0" y="2624328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3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778240" y="2606040"/>
            <a:ext cx="2286000" cy="640080"/>
          </a:xfrm>
          <a:prstGeom prst="rect">
            <a:avLst>
              <a:gd name="adj" fmla="val 14286"/>
            </a:avLst>
          </a:prstGeom>
          <a:solidFill>
            <a:srgbClr val="5A368C"/>
          </a:solidFill>
          <a:ln/>
        </p:spPr>
      </p:sp>
      <p:sp>
        <p:nvSpPr>
          <p:cNvPr id="14" name="Text 12"/>
          <p:cNvSpPr/>
          <p:nvPr/>
        </p:nvSpPr>
        <p:spPr>
          <a:xfrm>
            <a:off x="8823960" y="263347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Reunião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064240" y="2624328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3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34747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08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contínuo — mês a mês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projeto, alocamos de 3 a 6 profissionais — cada um entregando o que faz de melhor, sempre com visão do todo.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772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68680" y="1691640"/>
            <a:ext cx="0" cy="4389120"/>
          </a:xfrm>
          <a:prstGeom prst="line">
            <a:avLst/>
          </a:prstGeom>
          <a:noFill/>
          <a:ln w="25400">
            <a:solidFill>
              <a:srgbClr val="5A36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1764792"/>
            <a:ext cx="237744" cy="237744"/>
          </a:xfrm>
          <a:prstGeom prst="ellipse">
            <a:avLst/>
          </a:prstGeom>
          <a:solidFill>
            <a:srgbClr val="D23E4F"/>
          </a:solidFill>
          <a:ln w="12700">
            <a:solidFill>
              <a:srgbClr val="D23E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6916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23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SEMANAS 1–3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Kickoff, setup das ferramentas, alinhamentos iniciais, análise de cenário e definição da estratégia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" y="2862072"/>
            <a:ext cx="237744" cy="237744"/>
          </a:xfrm>
          <a:prstGeom prst="ellipse">
            <a:avLst/>
          </a:prstGeom>
          <a:solidFill>
            <a:srgbClr val="D23E4F"/>
          </a:solidFill>
          <a:ln w="12700">
            <a:solidFill>
              <a:srgbClr val="D23E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78892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23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SEMANAS 3–4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" y="31089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dos materiais e ativação da estratégia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9808" y="3959352"/>
            <a:ext cx="237744" cy="237744"/>
          </a:xfrm>
          <a:prstGeom prst="ellipse">
            <a:avLst/>
          </a:prstGeom>
          <a:solidFill>
            <a:srgbClr val="D23E4F"/>
          </a:solidFill>
          <a:ln w="12700">
            <a:solidFill>
              <a:srgbClr val="D23E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88620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23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Acompanhamento dos primeiros resultados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9808" y="5056632"/>
            <a:ext cx="237744" cy="237744"/>
          </a:xfrm>
          <a:prstGeom prst="ellipse">
            <a:avLst/>
          </a:prstGeom>
          <a:solidFill>
            <a:srgbClr val="D23E4F"/>
          </a:solidFill>
          <a:ln w="12700">
            <a:solidFill>
              <a:srgbClr val="D23E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983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23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 A MÊS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" y="53035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Manutenção, otimizações e relatórios periódicos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8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JÁ TRABALHOU COM A GENTE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nossos clientes dizem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394960" cy="219456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8E0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7373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08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15 anos de mercado, nunca vi uma qualificação tão boa e um resultado tão assertivo. Vendemos duas unidades do lançamento já nos primeiros dois meses de trabalho. Um fato inédito na Dallasanta.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348386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3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Raquel Pereira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6850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Dallasanta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1691640"/>
            <a:ext cx="5394960" cy="219456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8E0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7373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08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83680" y="219456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 no primeiro mês de parceria com a Moinho Digital deu pra perceber que a pegada do pessoal é diferente. Sempre próximos à empresa, criando conteúdos com nossa participação e aprovação.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83680" y="348386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3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Ricardo Schwanke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36850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Sócio — WS Cranes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5394960" cy="219456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8E0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2062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08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0080" y="466344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processo com a Moinho Digital tem sido muito gratificante. Eles não apenas entregaram resultados tangíveis, mas também demonstraram profissionalismo e dedicação que é raro encontrar.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595274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3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Thaís Motta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615391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Supervisora de Vendas — WS Cranes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4160520"/>
            <a:ext cx="5394960" cy="219456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8E0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42062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08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583680" y="466344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que começamos temos recebido elogios sobre como as redes sociais de nossa organização melhoraram. Nossa parceria tem funcionado muito bem e a cada semana buscamos melhorias juntos.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0" y="595274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3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Júlio Lima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615391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Diretor — Instituto Eurofarma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772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06640" y="1645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MODALIDADE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92640" y="1645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155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488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sociais (8 posts/mês)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06640" y="21488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92640" y="2148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A3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R$ 2.950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1115568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71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3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92640" y="297180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A3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R$ 2.950/mês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548640" y="7772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Entregamos ações digitais baseadas em dados, com agilidade e atendimento próximo ao cliente. Se você identificar que isso não está acontecendo, é possível cancelar o contrato sem multa rescisória.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pic>
        <p:nvPicPr>
          <p:cNvPr id="3" name="Image 0" descr="C:\Claude Code Moinho Digital\ccos-ratos\marca\md-simbolo-br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4630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começar?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54864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Estamos prontos para construir a presença digital da Venmka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fazer a marca crescer desde o primeiro mês.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42062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8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contato@moinhod.com.br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4681728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8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(51) 9 9979-0598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5157216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8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@marketingmoinho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126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Tração para negócios que importam.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2026-06-05T21:38:59Z</dcterms:created>
  <dcterms:modified xsi:type="dcterms:W3CDTF">2026-06-05T21:38:59Z</dcterms:modified>
</cp:coreProperties>
</file>